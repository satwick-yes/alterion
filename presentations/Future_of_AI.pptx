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2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FFD700"/>
                </a:solidFill>
              </a:defRPr>
            </a:pPr>
            <a:r>
              <a:t>Future of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C8C8C8"/>
                </a:solidFill>
              </a:defRPr>
            </a:pPr>
            <a:r>
              <a:t>Generated by Jarvis AI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2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t>What is AI?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Why now?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Future prospects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2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t>Ethics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Bias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Regulation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